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f59928c8f8d640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f59928c8f8d640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e8e67616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e8e67616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e8e67616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e8e67616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e67616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e8e67616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65d8ea38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65d8ea38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5f59928c8f8d6407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5f59928c8f8d6407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65d8ea3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65d8ea3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65d8ea38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65d8ea38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65d8ea38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65d8ea38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e472509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e472509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7ac9715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7ac9715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65d8ea38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65d8ea38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f59928c8f8d6407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5f59928c8f8d6407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5f59928c8f8d6407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5f59928c8f8d6407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bitsnbites.eu/some-features-of-the-mrisc32-isa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dragon540/llvm-mrisc32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bitsnbites.eu/some-features-of-the-mrisc32-isa/" TargetMode="External"/><Relationship Id="rId4" Type="http://schemas.openxmlformats.org/officeDocument/2006/relationships/hyperlink" Target="https://gitlab.com/mrisc32/mrisc32/-/releases/permalink/latest/downloads/mrisc32-instruction-set-manual.pdf" TargetMode="External"/><Relationship Id="rId11" Type="http://schemas.openxmlformats.org/officeDocument/2006/relationships/hyperlink" Target="https://arxiv.org/pdf/2501.00655" TargetMode="External"/><Relationship Id="rId10" Type="http://schemas.openxmlformats.org/officeDocument/2006/relationships/hyperlink" Target="https://github.com/csmith-project/csmith" TargetMode="External"/><Relationship Id="rId9" Type="http://schemas.openxmlformats.org/officeDocument/2006/relationships/hyperlink" Target="https://en.wikipedia.org/wiki/Fuzzing" TargetMode="External"/><Relationship Id="rId5" Type="http://schemas.openxmlformats.org/officeDocument/2006/relationships/hyperlink" Target="https://gitlab.com/mrisc32/mrisc32/-/releases/permalink/latest/downloads/mrisc32-instruction-set-manual.pdf" TargetMode="External"/><Relationship Id="rId6" Type="http://schemas.openxmlformats.org/officeDocument/2006/relationships/hyperlink" Target="https://llvm.org/" TargetMode="External"/><Relationship Id="rId7" Type="http://schemas.openxmlformats.org/officeDocument/2006/relationships/hyperlink" Target="https://llvm.org/docs/GlobalISel/index.html" TargetMode="External"/><Relationship Id="rId8" Type="http://schemas.openxmlformats.org/officeDocument/2006/relationships/hyperlink" Target="https://gitlab.com/mrisc32/mrisc32-simula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61608" y="477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Development of </a:t>
            </a:r>
            <a:r>
              <a:rPr lang="en-GB"/>
              <a:t>LLVM Backend for MRISC32 ISA using GlobalISel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867525"/>
            <a:ext cx="5788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</a:rPr>
              <a:t>Name:</a:t>
            </a:r>
            <a:r>
              <a:rPr lang="en-GB" sz="2000">
                <a:solidFill>
                  <a:schemeClr val="dk2"/>
                </a:solidFill>
              </a:rPr>
              <a:t> Shobhit Sinha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</a:rPr>
              <a:t>Roll no</a:t>
            </a:r>
            <a:r>
              <a:rPr lang="en-GB" sz="2000">
                <a:solidFill>
                  <a:schemeClr val="dk2"/>
                </a:solidFill>
              </a:rPr>
              <a:t>: 2200291530105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</a:rPr>
              <a:t>Mentor:</a:t>
            </a:r>
            <a:r>
              <a:rPr lang="en-GB" sz="2000">
                <a:solidFill>
                  <a:schemeClr val="dk2"/>
                </a:solidFill>
              </a:rPr>
              <a:t> Dr. Pratibha Singh</a:t>
            </a:r>
            <a:r>
              <a:rPr lang="en-GB" sz="2800">
                <a:solidFill>
                  <a:schemeClr val="dk2"/>
                </a:solidFill>
              </a:rPr>
              <a:t> 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311700" y="4043425"/>
            <a:ext cx="49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KIET Group of Institutions,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Computer Science and Engineering(AI&amp;ML)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MRISC32?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>
                <a:solidFill>
                  <a:srgbClr val="000000"/>
                </a:solidFill>
              </a:rPr>
              <a:t>MRISC32 is a 32-bit RISC style instruction set architecture, designed to be efficient, powerful, forward looking and easy to work with</a:t>
            </a:r>
            <a:r>
              <a:rPr lang="en-GB" u="sng">
                <a:solidFill>
                  <a:schemeClr val="hlink"/>
                </a:solidFill>
                <a:hlinkClick r:id="rId3"/>
              </a:rPr>
              <a:t>[1]</a:t>
            </a:r>
            <a:r>
              <a:rPr lang="en-GB">
                <a:solidFill>
                  <a:srgbClr val="000000"/>
                </a:solidFill>
              </a:rPr>
              <a:t>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u="sng">
                <a:solidFill>
                  <a:srgbClr val="000000"/>
                </a:solidFill>
              </a:rPr>
              <a:t>Modern features introduced in MRISC32</a:t>
            </a:r>
            <a:endParaRPr b="1" u="sng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The three fundamental building blocks of any contemporary ISA, i.e. integer, floating-point and vector, are all first class citizens and work together rather than in separate silos. 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Floating-point and Integer values share the same register file.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Vector register size is defined by the implementation instead of ISA.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-GB" sz="1200">
                <a:solidFill>
                  <a:srgbClr val="000000"/>
                </a:solidFill>
              </a:rPr>
              <a:t>This makes it suitable to use MRISC32 for a variety of applications from embedded and IOT(small or negligible vector register width) to AI/ML heavy workloads used in High Performance Computing(larger vector size).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LLVM?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LLVM[3] is a compiler development framework which includes several modular units.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Why is LLVM used?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Building a compiler consists of several stages - Lexing, Parsing, Semantic Analysis (Frontend) Optimisations(Middle-end), Code generation(Backend)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Without infrastructure like LLVM, compiler developers have to construct all the phases themselves.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But efficient and optimised code-generation requires deep knowledge of the processor architecture.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Therefore, it becomes difficult for development teams developing a particular language(eg. C++) or library(eg. Pytorch) to provide support for a vast range of architecture(x86, RISC-V, PowerPC, etc)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LLVM allows development teams to lower their language (or library) frontend to a common Intermediate Representation(IR), and provides the component for code generation from the IR to a vast number of processor architectures.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Therefore, if there are m languages and n processor architectures in the market, we only need to create m + n components, instead of m*n components.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975" y="509075"/>
            <a:ext cx="3511551" cy="19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Adding Support for MRISC32 ISA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795" y="1441588"/>
            <a:ext cx="4654624" cy="22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 flow of LLVM Backend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LLVM IR</a:t>
            </a:r>
            <a:r>
              <a:rPr lang="en-GB">
                <a:solidFill>
                  <a:schemeClr val="dk1"/>
                </a:solidFill>
              </a:rPr>
              <a:t> -&gt; gMIR -&gt; MIR -&gt; MC -&gt; </a:t>
            </a:r>
            <a:r>
              <a:rPr b="1" lang="en-GB">
                <a:solidFill>
                  <a:schemeClr val="dk1"/>
                </a:solidFill>
              </a:rPr>
              <a:t>Assembly/Machine Code</a:t>
            </a:r>
            <a:r>
              <a:rPr lang="en-GB">
                <a:solidFill>
                  <a:schemeClr val="dk1"/>
                </a:solidFill>
              </a:rPr>
              <a:t> (ELF, MachO, etc)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211500" y="26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GlobalISel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86355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</a:rPr>
              <a:t>GlobalISel[4] is the framework used in LLVM to convert LLVM IR to target assembly instructions.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</a:rPr>
              <a:t>Consists of 4 major steps - 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b="1" lang="en-GB" sz="1600">
                <a:solidFill>
                  <a:srgbClr val="000000"/>
                </a:solidFill>
              </a:rPr>
              <a:t>IRTranslator</a:t>
            </a:r>
            <a:r>
              <a:rPr lang="en-GB" sz="1600">
                <a:solidFill>
                  <a:srgbClr val="000000"/>
                </a:solidFill>
              </a:rPr>
              <a:t> -</a:t>
            </a:r>
            <a:endParaRPr sz="16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lphaLcPeriod"/>
            </a:pPr>
            <a:r>
              <a:rPr lang="en-GB" sz="1200">
                <a:solidFill>
                  <a:srgbClr val="000000"/>
                </a:solidFill>
              </a:rPr>
              <a:t>Converts LLVM IR to Generic Machine IR (gMIR).</a:t>
            </a:r>
            <a:endParaRPr sz="12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b="1" lang="en-GB" sz="1600">
                <a:solidFill>
                  <a:srgbClr val="000000"/>
                </a:solidFill>
              </a:rPr>
              <a:t>Legalizer</a:t>
            </a:r>
            <a:r>
              <a:rPr lang="en-GB" sz="1600">
                <a:solidFill>
                  <a:srgbClr val="000000"/>
                </a:solidFill>
              </a:rPr>
              <a:t> - </a:t>
            </a:r>
            <a:endParaRPr sz="16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lphaLcPeriod"/>
            </a:pPr>
            <a:r>
              <a:rPr lang="en-GB" sz="1200">
                <a:solidFill>
                  <a:srgbClr val="000000"/>
                </a:solidFill>
              </a:rPr>
              <a:t>Ensures that every Generic Machine Instruction is legal for the target assembly.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lphaLcPeriod"/>
            </a:pPr>
            <a:r>
              <a:rPr lang="en-GB" sz="1200">
                <a:solidFill>
                  <a:srgbClr val="000000"/>
                </a:solidFill>
              </a:rPr>
              <a:t>If the target doesn’t support a wide 64-bit add, it might be legalized into two 32-bit operations.</a:t>
            </a:r>
            <a:endParaRPr sz="12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b="1" lang="en-GB" sz="1600">
                <a:solidFill>
                  <a:srgbClr val="000000"/>
                </a:solidFill>
              </a:rPr>
              <a:t>RegBank Select</a:t>
            </a:r>
            <a:r>
              <a:rPr lang="en-GB" sz="1600">
                <a:solidFill>
                  <a:srgbClr val="000000"/>
                </a:solidFill>
              </a:rPr>
              <a:t> -</a:t>
            </a:r>
            <a:endParaRPr sz="16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lphaLcPeriod"/>
            </a:pPr>
            <a:r>
              <a:rPr lang="en-GB" sz="1200">
                <a:solidFill>
                  <a:srgbClr val="000000"/>
                </a:solidFill>
              </a:rPr>
              <a:t>Decides whether a value should use GPR, FPR, Vector Register Bank, etc., based on its type and usage.</a:t>
            </a:r>
            <a:endParaRPr sz="12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b="1" lang="en-GB" sz="1600">
                <a:solidFill>
                  <a:srgbClr val="000000"/>
                </a:solidFill>
              </a:rPr>
              <a:t>Instruction Select</a:t>
            </a:r>
            <a:endParaRPr b="1" sz="16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lphaLcPeriod"/>
            </a:pPr>
            <a:r>
              <a:rPr lang="en-GB" sz="1200">
                <a:solidFill>
                  <a:srgbClr val="000000"/>
                </a:solidFill>
              </a:rPr>
              <a:t>Selects instruction available in target architecture.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lphaLcPeriod"/>
            </a:pPr>
            <a:r>
              <a:rPr lang="en-GB" sz="1200">
                <a:solidFill>
                  <a:srgbClr val="000000"/>
                </a:solidFill>
              </a:rPr>
              <a:t>Uses pattern matching to match gMIR with target specific MIR.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Assembly Printing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1528763"/>
            <a:ext cx="5486400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For printing assembly code, implementation of mainly two classes are required -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MRISC32AsmPrinter.cpp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MRISC32InstPrinter.cpp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Current status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00" y="1017725"/>
            <a:ext cx="3577349" cy="346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Generation of MRISC32 assembly from LLVM IR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116975" cy="37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450" y="1491350"/>
            <a:ext cx="3773725" cy="321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Comparison of code generate by GCC vs LLVM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5000"/>
              <a:t>GCC				        LLVM</a:t>
            </a:r>
            <a:endParaRPr sz="5000"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400" y="1276700"/>
            <a:ext cx="1757875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2978" y="1276700"/>
            <a:ext cx="1642172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Work to convert LLVM IR to Machine IR is completed.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Work to support generating call lowering is done.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Work to generate function prologue and epilogue is complete.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Work to map variables to actual registers in processor is done.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Work to convert Machine IR to MC layer is complete.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Work to print assembly is complete.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Work to generate ELF binary is complete.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Basic instructions like ADD, SUB, MUL, DIV, LDW, STW, etc are supported.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Current status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Project link -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https://github.com/dragon540/llvm-mrisc32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u="sng">
                <a:solidFill>
                  <a:schemeClr val="hlink"/>
                </a:solidFill>
                <a:hlinkClick r:id="rId3"/>
              </a:rPr>
              <a:t>Some features of the MRISC32 ISA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u="sng">
                <a:solidFill>
                  <a:schemeClr val="hlink"/>
                </a:solidFill>
                <a:hlinkClick r:id="rId4"/>
              </a:rPr>
              <a:t>MRISC32 Instruction Set Manua</a:t>
            </a:r>
            <a:r>
              <a:rPr lang="en-GB" sz="1300" u="sng">
                <a:solidFill>
                  <a:schemeClr val="hlink"/>
                </a:solidFill>
                <a:hlinkClick r:id="rId5"/>
              </a:rPr>
              <a:t>l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u="sng">
                <a:solidFill>
                  <a:schemeClr val="hlink"/>
                </a:solidFill>
                <a:hlinkClick r:id="rId6"/>
              </a:rPr>
              <a:t>https://llvm.org/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u="sng">
                <a:solidFill>
                  <a:schemeClr val="hlink"/>
                </a:solidFill>
                <a:hlinkClick r:id="rId7"/>
              </a:rPr>
              <a:t>https://llvm.org/docs/GlobalISel/index.html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u="sng">
                <a:solidFill>
                  <a:schemeClr val="hlink"/>
                </a:solidFill>
                <a:hlinkClick r:id="rId8"/>
              </a:rPr>
              <a:t>https://gitlab.com/mrisc32/mrisc32-simulator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u="sng">
                <a:solidFill>
                  <a:schemeClr val="hlink"/>
                </a:solidFill>
                <a:hlinkClick r:id="rId9"/>
              </a:rPr>
              <a:t>https://en.wikipedia.org/wiki/Fuzzing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u="sng">
                <a:solidFill>
                  <a:schemeClr val="hlink"/>
                </a:solidFill>
                <a:hlinkClick r:id="rId10"/>
              </a:rPr>
              <a:t>https://github.com/csmith-project/csmith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u="sng">
                <a:solidFill>
                  <a:schemeClr val="hlink"/>
                </a:solidFill>
                <a:hlinkClick r:id="rId11"/>
              </a:rPr>
              <a:t>Finding Missed Code Size Optimizations in Compilers using LLMs</a:t>
            </a:r>
            <a:r>
              <a:rPr lang="en-GB" sz="1300"/>
              <a:t> (Davide Italiano, Chris Cummins, 2024)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